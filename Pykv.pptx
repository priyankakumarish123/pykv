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83659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9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4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3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2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07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0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67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48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8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4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8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PyKV: A Scalable In-Memory Key-Value Store with Persistence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GB" sz="2000" dirty="0"/>
              <a:t> </a:t>
            </a:r>
          </a:p>
          <a:p>
            <a:r>
              <a:rPr lang="en-US" altLang="en-GB" dirty="0"/>
              <a:t>Presented By:</a:t>
            </a:r>
          </a:p>
          <a:p>
            <a:r>
              <a:rPr lang="en-US" altLang="en-GB" sz="2000" dirty="0"/>
              <a:t>     Priyanka kumari</a:t>
            </a:r>
            <a:r>
              <a:rPr lang="en-US" altLang="en-GB" dirty="0"/>
              <a:t>  </a:t>
            </a:r>
            <a:r>
              <a:rPr lang="en-US" altLang="en-GB" sz="2000" dirty="0"/>
              <a:t>                   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PyKV is a high-performance, scalable in-memory key-value store implemented in Python.</a:t>
            </a:r>
          </a:p>
          <a:p>
            <a:r>
              <a:t>It combines the speed of RAM-based storage with disk persistence for durability.</a:t>
            </a:r>
          </a:p>
          <a:p>
            <a:r>
              <a:t>The system is inspired by real-world systems such as Redis and LevelDB.</a:t>
            </a:r>
          </a:p>
          <a:p>
            <a:r>
              <a:t>Designed using asynchronous programming for handling thousands of concurrent clients.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Key-Value Stores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Key-value stores are the backbone of modern distributed systems.</a:t>
            </a:r>
          </a:p>
          <a:p>
            <a:r>
              <a:t>They provide O(1) time complexity for read and write operations.</a:t>
            </a:r>
          </a:p>
          <a:p>
            <a:r>
              <a:t>Used extensively in caching, session storage, and real-time analytics.</a:t>
            </a:r>
          </a:p>
          <a:p>
            <a:r>
              <a:t>They offer simplicity compared to relational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databases are slow for high-frequency operations.</a:t>
            </a:r>
          </a:p>
          <a:p>
            <a:r>
              <a:t>Pure in-memory systems risk data loss during crashes.</a:t>
            </a:r>
          </a:p>
          <a:p>
            <a:r>
              <a:t>There is a need for a system that is fast, scalable, and durable.</a:t>
            </a:r>
          </a:p>
          <a:p>
            <a:r>
              <a:t>PyKV addresses this by combining in-memory storage with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PyKV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a fast in-memory key-value data store.</a:t>
            </a:r>
          </a:p>
          <a:p>
            <a:r>
              <a:t>Support concurrent client access using asynchronous I/O.</a:t>
            </a:r>
          </a:p>
          <a:p>
            <a:r>
              <a:t>Provide disk persistence using a log-structured approach.</a:t>
            </a:r>
          </a:p>
          <a:p>
            <a:r>
              <a:t>Ensure crash recovery and data durability.</a:t>
            </a:r>
          </a:p>
          <a:p>
            <a:r>
              <a:t>Design a modular and extensible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PyKV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Module – Command-line interface for users.</a:t>
            </a:r>
          </a:p>
          <a:p>
            <a:r>
              <a:t>FastAPI Server – Handles asynchronous HTTP requests.</a:t>
            </a:r>
          </a:p>
          <a:p>
            <a:r>
              <a:t>Core Data Store – Stores key-value pairs with LRU caching.</a:t>
            </a:r>
          </a:p>
          <a:p>
            <a:r>
              <a:t>Persistence Module – Ensures disk-based durability.</a:t>
            </a:r>
          </a:p>
          <a:p>
            <a:r>
              <a:t>Recovery Module – Restores data on system restart.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In-Memory Data Store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Python dictionary for fast key-value access.</a:t>
            </a:r>
          </a:p>
          <a:p>
            <a:r>
              <a:t>Integrated LRU cache to manage memory efficiently.</a:t>
            </a:r>
          </a:p>
          <a:p>
            <a:r>
              <a:t>Automatically evicts least recently used keys.</a:t>
            </a:r>
          </a:p>
          <a:p>
            <a:r>
              <a:t>Ensures O(1) complexity for core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LRU Cache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LRU stands for Least Recently Used caching policy.</a:t>
            </a:r>
          </a:p>
          <a:p>
            <a:r>
              <a:t>Recently accessed items are kept in memory.</a:t>
            </a:r>
          </a:p>
          <a:p>
            <a:r>
              <a:t>Older, unused items are removed when capacity is reached.</a:t>
            </a:r>
          </a:p>
          <a:p>
            <a:r>
              <a:t>Implemented using a dictionary and doubly linked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Flowchart: SET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Start</a:t>
            </a:r>
          </a:p>
          <a:p>
            <a:r>
              <a:t>Client sends SET(key, value) request</a:t>
            </a:r>
          </a:p>
          <a:p>
            <a:r>
              <a:t>FastAPI server validates request</a:t>
            </a:r>
          </a:p>
          <a:p>
            <a:r>
              <a:t>Store data in in-memory cache</a:t>
            </a:r>
          </a:p>
          <a:p>
            <a:r>
              <a:t>Append operation to disk log</a:t>
            </a:r>
          </a:p>
          <a:p>
            <a:r>
              <a:t>Send success response to client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Flowchart: GET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Start</a:t>
            </a:r>
          </a:p>
          <a:p>
            <a:r>
              <a:t>Client sends GET(key) request</a:t>
            </a:r>
          </a:p>
          <a:p>
            <a:r>
              <a:t>Check key in in-memory store</a:t>
            </a:r>
          </a:p>
          <a:p>
            <a:r>
              <a:t>If found, return value</a:t>
            </a:r>
          </a:p>
          <a:p>
            <a:r>
              <a:t>If not found, return error</a:t>
            </a:r>
          </a:p>
          <a:p>
            <a:r>
              <a:t>Update LRU order</a:t>
            </a:r>
          </a:p>
          <a:p>
            <a:r>
              <a:t>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append-only log file for write operations.</a:t>
            </a:r>
          </a:p>
          <a:p>
            <a:r>
              <a:t>Ensures fast sequential disk writes.</a:t>
            </a:r>
          </a:p>
          <a:p>
            <a:r>
              <a:t>Supports crash recovery by replaying logs.</a:t>
            </a:r>
          </a:p>
          <a:p>
            <a:r>
              <a:t>Compaction process removes outdated entries.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reads log file during startup.</a:t>
            </a:r>
          </a:p>
          <a:p>
            <a:r>
              <a:t>Rebuilds in-memory state from logs.</a:t>
            </a:r>
          </a:p>
          <a:p>
            <a:r>
              <a:t>Ensures no data loss after crash.</a:t>
            </a:r>
          </a:p>
          <a:p>
            <a:r>
              <a:t>Provides high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sends requests via CLI.</a:t>
            </a:r>
          </a:p>
          <a:p>
            <a:r>
              <a:t>FastAPI server handles async HTTP requests.</a:t>
            </a:r>
          </a:p>
          <a:p>
            <a:r>
              <a:t>Core store processes key-value operations.</a:t>
            </a:r>
          </a:p>
          <a:p>
            <a:r>
              <a:t>Persistence layer writes logs to disk.</a:t>
            </a:r>
          </a:p>
          <a:p>
            <a:r>
              <a:t>All components work together seamlessly.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Asynchronous request handling.</a:t>
            </a:r>
          </a:p>
          <a:p>
            <a:r>
              <a:t>Efficient memory management with LRU.</a:t>
            </a:r>
          </a:p>
          <a:p>
            <a:r>
              <a:t>Support for future replication.</a:t>
            </a:r>
          </a:p>
          <a:p>
            <a:r>
              <a:t>Designed for high concurrent workloads.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PyKV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performance due to in-memory storage.</a:t>
            </a:r>
          </a:p>
          <a:p>
            <a:r>
              <a:t>Reliable due to persistence support.</a:t>
            </a:r>
          </a:p>
          <a:p>
            <a:r>
              <a:t>Scalable and modular architecture.</a:t>
            </a:r>
          </a:p>
          <a:p>
            <a:r>
              <a:t>Easy to understand and extend.</a:t>
            </a:r>
          </a:p>
          <a:p>
            <a:r>
              <a:t>Suitable for academic and real-world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PyKV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 caching.</a:t>
            </a:r>
          </a:p>
          <a:p>
            <a:r>
              <a:t>Session management systems.</a:t>
            </a:r>
          </a:p>
          <a:p>
            <a:r>
              <a:t>Configuration management.</a:t>
            </a:r>
          </a:p>
          <a:p>
            <a:r>
              <a:t>Microservices data storage.</a:t>
            </a:r>
          </a:p>
          <a:p>
            <a:r>
              <a:t>Real-time analytics.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Replication for fault tolerance.</a:t>
            </a:r>
          </a:p>
          <a:p>
            <a:r>
              <a:t>Distributed clustering.</a:t>
            </a:r>
          </a:p>
          <a:p>
            <a:r>
              <a:t>Authentication and security layers.</a:t>
            </a:r>
          </a:p>
          <a:p>
            <a:r>
              <a:t>Advanced monitoring and metrics.</a:t>
            </a:r>
          </a:p>
          <a:p>
            <a:r>
              <a:t>Web-based management dashboard.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PyKV</a:t>
            </a:r>
            <a:r>
              <a:rPr dirty="0"/>
              <a:t> demonstrates core principles of modern storage systems.</a:t>
            </a:r>
          </a:p>
          <a:p>
            <a:r>
              <a:rPr dirty="0"/>
              <a:t>Combines speed, scalability, and durability.</a:t>
            </a:r>
          </a:p>
          <a:p>
            <a:r>
              <a:rPr dirty="0"/>
              <a:t>Provides hands-on understanding of system design.</a:t>
            </a:r>
          </a:p>
          <a:p>
            <a:r>
              <a:rPr dirty="0"/>
              <a:t>A strong academic and practical project.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B661-7678-5B65-7AB7-EDDD1D8E5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60" y="1791629"/>
            <a:ext cx="7704667" cy="2691163"/>
          </a:xfrm>
        </p:spPr>
        <p:txBody>
          <a:bodyPr>
            <a:normAutofit/>
          </a:bodyPr>
          <a:lstStyle/>
          <a:p>
            <a:r>
              <a:rPr lang="en-IN" sz="88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F612-1A08-1172-8DC4-F3551299502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82133" y="6890338"/>
            <a:ext cx="7704667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527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72</TotalTime>
  <Words>620</Words>
  <Application>Microsoft Office PowerPoint</Application>
  <PresentationFormat>On-screen Show (4:3)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Parallax</vt:lpstr>
      <vt:lpstr>PyKV: A Scalable In-Memory Key-Value Store with Persistence</vt:lpstr>
      <vt:lpstr>Project Overview</vt:lpstr>
      <vt:lpstr>Why Key-Value Stores are Important</vt:lpstr>
      <vt:lpstr>Problem Statement</vt:lpstr>
      <vt:lpstr>Objectives of PyKV</vt:lpstr>
      <vt:lpstr>Core Components of PyKV</vt:lpstr>
      <vt:lpstr>In-Memory Data Store Design</vt:lpstr>
      <vt:lpstr>LRU Cache Mechanism</vt:lpstr>
      <vt:lpstr>Flowchart: SET Operation</vt:lpstr>
      <vt:lpstr>Flowchart: GET Operation</vt:lpstr>
      <vt:lpstr>Persistence Mechanism</vt:lpstr>
      <vt:lpstr>Recovery Process</vt:lpstr>
      <vt:lpstr>System Architecture</vt:lpstr>
      <vt:lpstr>Scalability Features</vt:lpstr>
      <vt:lpstr>Advantages of PyKV</vt:lpstr>
      <vt:lpstr>Applications of PyKV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priyanka singh</cp:lastModifiedBy>
  <cp:revision>4</cp:revision>
  <dcterms:created xsi:type="dcterms:W3CDTF">2013-01-27T09:14:16Z</dcterms:created>
  <dcterms:modified xsi:type="dcterms:W3CDTF">2026-01-20T14:26:59Z</dcterms:modified>
  <cp:category/>
</cp:coreProperties>
</file>